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"/>
  </p:notesMasterIdLst>
  <p:sldIdLst>
    <p:sldId id="275" r:id="rId2"/>
    <p:sldId id="276" r:id="rId3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747775"/>
          </p15:clr>
        </p15:guide>
        <p15:guide id="2" pos="460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33"/>
  </p:normalViewPr>
  <p:slideViewPr>
    <p:cSldViewPr snapToGrid="0">
      <p:cViewPr>
        <p:scale>
          <a:sx n="88" d="100"/>
          <a:sy n="88" d="100"/>
        </p:scale>
        <p:origin x="144" y="-2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4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1a73557df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1a73557df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98722" y="3441362"/>
            <a:ext cx="13632962" cy="1346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98722" y="712040"/>
            <a:ext cx="13632962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98720" y="1843962"/>
            <a:ext cx="6399840" cy="5466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731501" lvl="0" indent="-507986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242"/>
            </a:lvl1pPr>
            <a:lvl2pPr marL="1462998" lvl="1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2pPr>
            <a:lvl3pPr marL="2194499" lvl="2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3pPr>
            <a:lvl4pPr marL="2926000" lvl="3" indent="-4876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4pPr>
            <a:lvl5pPr marL="3657501" lvl="4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8998" lvl="5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499" lvl="6" indent="-4876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000" lvl="7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498" lvl="8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7731840" y="1843962"/>
            <a:ext cx="6399840" cy="5466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731501" lvl="0" indent="-507986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242"/>
            </a:lvl1pPr>
            <a:lvl2pPr marL="1462998" lvl="1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2pPr>
            <a:lvl3pPr marL="2194499" lvl="2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3pPr>
            <a:lvl4pPr marL="2926000" lvl="3" indent="-4876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4pPr>
            <a:lvl5pPr marL="3657501" lvl="4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8998" lvl="5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499" lvl="6" indent="-4876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000" lvl="7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498" lvl="8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98722" y="712040"/>
            <a:ext cx="13632962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98720" y="888960"/>
            <a:ext cx="4492800" cy="12091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84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98720" y="2223360"/>
            <a:ext cx="4492800" cy="50870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731501" lvl="0" indent="-4876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1pPr>
            <a:lvl2pPr marL="1462998" lvl="1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2pPr>
            <a:lvl3pPr marL="2194499" lvl="2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3pPr>
            <a:lvl4pPr marL="2926000" lvl="3" indent="-4876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4pPr>
            <a:lvl5pPr marL="3657501" lvl="4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8998" lvl="5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499" lvl="6" indent="-4876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000" lvl="7" indent="-4876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498" lvl="8" indent="-4876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784401" y="720240"/>
            <a:ext cx="10188482" cy="65452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315200" y="-20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2" tIns="146282" rIns="146282" bIns="14628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42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24802" y="1973080"/>
            <a:ext cx="6472320" cy="23716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722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424802" y="4484922"/>
            <a:ext cx="6472320" cy="1976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7903204" y="1158520"/>
            <a:ext cx="6139202" cy="59121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731501" lvl="0" indent="-54862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462998" lvl="1" indent="-50798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194499" lvl="2" indent="-50798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00" lvl="3" indent="-50798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501" lvl="4" indent="-50798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8998" lvl="5" indent="-50798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499" lvl="6" indent="-50798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000" lvl="7" indent="-50798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498" lvl="8" indent="-50798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98720" y="6768920"/>
            <a:ext cx="9598080" cy="9681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731501" lvl="0" indent="-36575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98722" y="1769800"/>
            <a:ext cx="13632962" cy="31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98722" y="5043562"/>
            <a:ext cx="13632962" cy="2081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731501" lvl="0" indent="-548624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462998" lvl="1" indent="-507986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194499" lvl="2" indent="-507986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00" lvl="3" indent="-50798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501" lvl="4" indent="-507986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8998" lvl="5" indent="-507986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499" lvl="6" indent="-50798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000" lvl="7" indent="-507986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498" lvl="8" indent="-507986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005843" y="438152"/>
            <a:ext cx="12618720" cy="159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005843" y="2190750"/>
            <a:ext cx="12618720" cy="522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731501" lvl="0" indent="-507986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1462998" lvl="1" indent="-507986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2194499" lvl="2" indent="-507986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926000" lvl="3" indent="-507986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501" lvl="4" indent="-507986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4388998" lvl="5" indent="-507986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5120499" lvl="6" indent="-507986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5852000" lvl="7" indent="-507986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6583498" lvl="8" indent="-507986" algn="l">
              <a:lnSpc>
                <a:spcPct val="90000"/>
              </a:lnSpc>
              <a:spcBef>
                <a:spcPts val="1920"/>
              </a:spcBef>
              <a:spcAft>
                <a:spcPts val="192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1005841" y="7627621"/>
            <a:ext cx="3291842" cy="43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846323" y="7627621"/>
            <a:ext cx="4937760" cy="43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10332722" y="7627621"/>
            <a:ext cx="3291842" cy="43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8722" y="712040"/>
            <a:ext cx="13632962" cy="9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98722" y="1843962"/>
            <a:ext cx="13632962" cy="546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5934" y="7461147"/>
            <a:ext cx="877920" cy="62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602">
                <a:solidFill>
                  <a:schemeClr val="dk2"/>
                </a:solidFill>
              </a:defRPr>
            </a:lvl1pPr>
            <a:lvl2pPr lvl="1" algn="r">
              <a:buNone/>
              <a:defRPr sz="1602">
                <a:solidFill>
                  <a:schemeClr val="dk2"/>
                </a:solidFill>
              </a:defRPr>
            </a:lvl2pPr>
            <a:lvl3pPr lvl="2" algn="r">
              <a:buNone/>
              <a:defRPr sz="1602">
                <a:solidFill>
                  <a:schemeClr val="dk2"/>
                </a:solidFill>
              </a:defRPr>
            </a:lvl3pPr>
            <a:lvl4pPr lvl="3" algn="r">
              <a:buNone/>
              <a:defRPr sz="1602">
                <a:solidFill>
                  <a:schemeClr val="dk2"/>
                </a:solidFill>
              </a:defRPr>
            </a:lvl4pPr>
            <a:lvl5pPr lvl="4" algn="r">
              <a:buNone/>
              <a:defRPr sz="1602">
                <a:solidFill>
                  <a:schemeClr val="dk2"/>
                </a:solidFill>
              </a:defRPr>
            </a:lvl5pPr>
            <a:lvl6pPr lvl="5" algn="r">
              <a:buNone/>
              <a:defRPr sz="1602">
                <a:solidFill>
                  <a:schemeClr val="dk2"/>
                </a:solidFill>
              </a:defRPr>
            </a:lvl6pPr>
            <a:lvl7pPr lvl="6" algn="r">
              <a:buNone/>
              <a:defRPr sz="1602">
                <a:solidFill>
                  <a:schemeClr val="dk2"/>
                </a:solidFill>
              </a:defRPr>
            </a:lvl7pPr>
            <a:lvl8pPr lvl="7" algn="r">
              <a:buNone/>
              <a:defRPr sz="1602">
                <a:solidFill>
                  <a:schemeClr val="dk2"/>
                </a:solidFill>
              </a:defRPr>
            </a:lvl8pPr>
            <a:lvl9pPr lvl="8" algn="r">
              <a:buNone/>
              <a:defRPr sz="1602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3" title="GS 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715" y="5083173"/>
            <a:ext cx="323088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3" title="Drone 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6395" y="2455243"/>
            <a:ext cx="2364288" cy="134879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/>
          <p:nvPr/>
        </p:nvSpPr>
        <p:spPr>
          <a:xfrm rot="-2309802">
            <a:off x="1476503" y="4294779"/>
            <a:ext cx="4818742" cy="59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8" tIns="109718" rIns="109718" bIns="109718" anchor="t" anchorCtr="0">
            <a:spAutoFit/>
          </a:bodyPr>
          <a:lstStyle/>
          <a:p>
            <a:pPr algn="ctr"/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ACK/Response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3"/>
          <p:cNvSpPr txBox="1"/>
          <p:nvPr/>
        </p:nvSpPr>
        <p:spPr>
          <a:xfrm>
            <a:off x="6606485" y="3018129"/>
            <a:ext cx="4818720" cy="59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8" tIns="109718" rIns="109718" bIns="109718" anchor="t" anchorCtr="0">
            <a:spAutoFit/>
          </a:bodyPr>
          <a:lstStyle/>
          <a:p>
            <a:pPr algn="ctr"/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ACK/Response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6641122" y="2266591"/>
            <a:ext cx="4818720" cy="59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8" tIns="109718" rIns="109718" bIns="109718" anchor="t" anchorCtr="0">
            <a:spAutoFit/>
          </a:bodyPr>
          <a:lstStyle/>
          <a:p>
            <a:pPr algn="ctr"/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Request/Coordination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3"/>
          <p:cNvSpPr txBox="1"/>
          <p:nvPr/>
        </p:nvSpPr>
        <p:spPr>
          <a:xfrm rot="-2309802">
            <a:off x="1027760" y="3298374"/>
            <a:ext cx="4818742" cy="132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8" tIns="109718" rIns="109718" bIns="109718" anchor="t" anchorCtr="0">
            <a:spAutoFit/>
          </a:bodyPr>
          <a:lstStyle/>
          <a:p>
            <a:pPr algn="ctr"/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Request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/Coordination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33" title="Drone 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707" y="2387194"/>
            <a:ext cx="2337163" cy="134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3" title="Drone 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0689" y="5474942"/>
            <a:ext cx="2437314" cy="13202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33"/>
          <p:cNvCxnSpPr>
            <a:cxnSpLocks/>
          </p:cNvCxnSpPr>
          <p:nvPr/>
        </p:nvCxnSpPr>
        <p:spPr>
          <a:xfrm flipV="1">
            <a:off x="2499934" y="3295695"/>
            <a:ext cx="2193949" cy="16786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33"/>
          <p:cNvCxnSpPr/>
          <p:nvPr/>
        </p:nvCxnSpPr>
        <p:spPr>
          <a:xfrm rot="10800000" flipH="1">
            <a:off x="7080921" y="2833842"/>
            <a:ext cx="4008002" cy="67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33"/>
          <p:cNvCxnSpPr>
            <a:cxnSpLocks/>
          </p:cNvCxnSpPr>
          <p:nvPr/>
        </p:nvCxnSpPr>
        <p:spPr>
          <a:xfrm flipH="1">
            <a:off x="2806347" y="3595195"/>
            <a:ext cx="2012214" cy="15517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33"/>
          <p:cNvCxnSpPr/>
          <p:nvPr/>
        </p:nvCxnSpPr>
        <p:spPr>
          <a:xfrm flipH="1">
            <a:off x="7226876" y="3120804"/>
            <a:ext cx="3658562" cy="67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33"/>
          <p:cNvCxnSpPr/>
          <p:nvPr/>
        </p:nvCxnSpPr>
        <p:spPr>
          <a:xfrm rot="10800000">
            <a:off x="6266549" y="3894560"/>
            <a:ext cx="1716000" cy="19675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33"/>
          <p:cNvCxnSpPr/>
          <p:nvPr/>
        </p:nvCxnSpPr>
        <p:spPr>
          <a:xfrm>
            <a:off x="6641123" y="3794922"/>
            <a:ext cx="1647840" cy="18475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33"/>
          <p:cNvCxnSpPr/>
          <p:nvPr/>
        </p:nvCxnSpPr>
        <p:spPr>
          <a:xfrm rot="10800000" flipH="1">
            <a:off x="10111442" y="3869762"/>
            <a:ext cx="1647840" cy="15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33"/>
          <p:cNvCxnSpPr>
            <a:cxnSpLocks/>
            <a:stCxn id="173" idx="2"/>
          </p:cNvCxnSpPr>
          <p:nvPr/>
        </p:nvCxnSpPr>
        <p:spPr>
          <a:xfrm flipH="1">
            <a:off x="10386165" y="3804034"/>
            <a:ext cx="1992378" cy="183168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" name="Google Shape;188;p33"/>
          <p:cNvSpPr txBox="1"/>
          <p:nvPr/>
        </p:nvSpPr>
        <p:spPr>
          <a:xfrm>
            <a:off x="523155" y="6491626"/>
            <a:ext cx="4800000" cy="140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2" tIns="146282" rIns="146282" bIns="146282" anchor="t" anchorCtr="0">
            <a:sp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Station</a:t>
            </a:r>
          </a:p>
          <a:p>
            <a:pPr algn="ctr"/>
            <a:r>
              <a:rPr lang="en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Flight Control Service User</a:t>
            </a:r>
          </a:p>
          <a:p>
            <a:pPr algn="ctr"/>
            <a:r>
              <a:rPr lang="en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Service Controller</a:t>
            </a:r>
            <a:endParaRPr sz="2242" dirty="0"/>
          </a:p>
        </p:txBody>
      </p:sp>
      <p:sp>
        <p:nvSpPr>
          <p:cNvPr id="189" name="Google Shape;189;p33"/>
          <p:cNvSpPr txBox="1"/>
          <p:nvPr/>
        </p:nvSpPr>
        <p:spPr>
          <a:xfrm>
            <a:off x="3488962" y="1626642"/>
            <a:ext cx="4800000" cy="10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2" tIns="146282" rIns="146282" bIns="146282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Flight Control Service Provider</a:t>
            </a:r>
            <a:endParaRPr lang="en-US" sz="2560" dirty="0"/>
          </a:p>
          <a:p>
            <a:pPr algn="ctr"/>
            <a:r>
              <a:rPr lang="e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Drone 1</a:t>
            </a:r>
            <a:endParaRPr sz="2242" b="1" dirty="0"/>
          </a:p>
        </p:txBody>
      </p:sp>
      <p:sp>
        <p:nvSpPr>
          <p:cNvPr id="191" name="Google Shape;191;p33"/>
          <p:cNvSpPr txBox="1"/>
          <p:nvPr/>
        </p:nvSpPr>
        <p:spPr>
          <a:xfrm>
            <a:off x="6938656" y="6576917"/>
            <a:ext cx="4800000" cy="100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2" tIns="146282" rIns="146282" bIns="146282" anchor="t" anchorCtr="0">
            <a:sp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Drone 3</a:t>
            </a:r>
          </a:p>
          <a:p>
            <a:pPr algn="ctr"/>
            <a:r>
              <a:rPr lang="en-US" sz="2242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Flight Control Service Provider</a:t>
            </a:r>
            <a:endParaRPr lang="en-US" sz="2242" dirty="0"/>
          </a:p>
        </p:txBody>
      </p:sp>
      <p:sp>
        <p:nvSpPr>
          <p:cNvPr id="2" name="Google Shape;189;p33">
            <a:extLst>
              <a:ext uri="{FF2B5EF4-FFF2-40B4-BE49-F238E27FC236}">
                <a16:creationId xmlns:a16="http://schemas.microsoft.com/office/drawing/2014/main" id="{5455D9B0-D55F-8D09-6071-3B0275943864}"/>
              </a:ext>
            </a:extLst>
          </p:cNvPr>
          <p:cNvSpPr txBox="1"/>
          <p:nvPr/>
        </p:nvSpPr>
        <p:spPr>
          <a:xfrm>
            <a:off x="9616109" y="1613439"/>
            <a:ext cx="4800000" cy="103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2" tIns="146282" rIns="146282" bIns="146282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Flight Control Service Provider</a:t>
            </a:r>
            <a:endParaRPr lang="en-US" sz="2560" dirty="0"/>
          </a:p>
          <a:p>
            <a:pPr algn="ctr"/>
            <a:r>
              <a:rPr lang="e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Drone 2</a:t>
            </a:r>
            <a:endParaRPr sz="2242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029384-D92C-76E4-EDDF-B2B8B34A96C7}"/>
              </a:ext>
            </a:extLst>
          </p:cNvPr>
          <p:cNvSpPr txBox="1"/>
          <p:nvPr/>
        </p:nvSpPr>
        <p:spPr>
          <a:xfrm>
            <a:off x="1787256" y="342847"/>
            <a:ext cx="2822991" cy="7201972"/>
          </a:xfrm>
          <a:prstGeom prst="rect">
            <a:avLst/>
          </a:prstGeom>
          <a:solidFill>
            <a:schemeClr val="bg1">
              <a:lumMod val="95000"/>
              <a:alpha val="43182"/>
            </a:schemeClr>
          </a:solidFill>
          <a:ln w="1270">
            <a:noFill/>
            <a:prstDash val="sysDot"/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provider-policies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provider-policy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for /UAVNET/drone1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allow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{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/Takeoff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/Land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/ImageProc/YOLO12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}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}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provider-policy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for /UAVNET/drone2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allow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{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/Takeoff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/Land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/ImageProc/YOLO12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}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}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provider-policy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for /UAVNET/drone3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allow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{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/Takeoff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/Land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/Sensor/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HyperSpectral</a:t>
            </a:r>
            <a:endParaRPr lang="en-US" sz="1400" dirty="0">
              <a:latin typeface="Helvetica" pitchFamily="2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}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}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35AE93-B4AB-5F51-F136-353825B2810F}"/>
              </a:ext>
            </a:extLst>
          </p:cNvPr>
          <p:cNvSpPr txBox="1"/>
          <p:nvPr/>
        </p:nvSpPr>
        <p:spPr>
          <a:xfrm>
            <a:off x="4784419" y="337351"/>
            <a:ext cx="4120096" cy="7201972"/>
          </a:xfrm>
          <a:prstGeom prst="rect">
            <a:avLst/>
          </a:prstGeom>
          <a:solidFill>
            <a:schemeClr val="bg1">
              <a:lumMod val="95000"/>
              <a:alpha val="43102"/>
            </a:schemeClr>
          </a:solidFill>
          <a:ln w="1270">
            <a:noFill/>
            <a:prstDash val="sysDot"/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user-policies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user-policy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for /UAVNET/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gs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allow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/UAVNET/drone1/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/Takeoff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/UAVNET/drone1/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/Land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/UAVNET/drone2/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/Takeoff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/UAVNET/drone2/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/Land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/UAVNET/drone3/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/Takeoff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/UAVNET/drone3/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FlightControl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/Land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}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}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user-policy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for /UAVNET/drone2/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allow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/UAVNET/drone3/Sensor/</a:t>
            </a:r>
            <a:r>
              <a:rPr lang="en-US" sz="1400" dirty="0" err="1">
                <a:latin typeface="Helvetica" pitchFamily="2" charset="0"/>
                <a:cs typeface="Calibri" panose="020F0502020204030204" pitchFamily="34" charset="0"/>
              </a:rPr>
              <a:t>HyperSpectral</a:t>
            </a:r>
            <a:endParaRPr lang="en-US" sz="1400" dirty="0">
              <a:latin typeface="Helvetica" pitchFamily="2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}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}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user-policy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{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for /UAVNET/drone3/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allow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{  </a:t>
            </a:r>
          </a:p>
          <a:p>
            <a:r>
              <a:rPr lang="en-US" sz="1400">
                <a:latin typeface="Helvetica" pitchFamily="2" charset="0"/>
                <a:cs typeface="Calibri" panose="020F0502020204030204" pitchFamily="34" charset="0"/>
              </a:rPr>
              <a:t>            /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UAVNET</a:t>
            </a:r>
            <a:r>
              <a:rPr lang="en-US" sz="1400">
                <a:latin typeface="Helvetica" pitchFamily="2" charset="0"/>
                <a:cs typeface="Calibri" panose="020F0502020204030204" pitchFamily="34" charset="0"/>
              </a:rPr>
              <a:t>/drone1/</a:t>
            </a:r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ImageProc/YOLO12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    /UAVNET/drone2/ImageProc/YOLO12      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    }  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    }</a:t>
            </a:r>
          </a:p>
          <a:p>
            <a:r>
              <a:rPr lang="en-US" sz="1400" dirty="0">
                <a:latin typeface="Helvetica" pitchFamily="2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36392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2893</TotalTime>
  <Words>285</Words>
  <Application>Microsoft Macintosh PowerPoint</Application>
  <PresentationFormat>Custom</PresentationFormat>
  <Paragraphs>80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Helvetica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Wanning V Zhang (422225)</cp:lastModifiedBy>
  <cp:revision>22</cp:revision>
  <cp:lastPrinted>2025-07-28T16:26:10Z</cp:lastPrinted>
  <dcterms:modified xsi:type="dcterms:W3CDTF">2025-07-30T03:53:47Z</dcterms:modified>
</cp:coreProperties>
</file>